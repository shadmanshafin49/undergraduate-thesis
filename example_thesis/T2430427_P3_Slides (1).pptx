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10287000" cx="18288000"/>
  <p:notesSz cx="18288000" cy="10287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3NWF7T6M6mcjDvnHU59b/rpTJ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1371600" y="3188970"/>
            <a:ext cx="15544800" cy="2160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2743200" y="5760720"/>
            <a:ext cx="12801599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914400" y="411479"/>
            <a:ext cx="16459199" cy="1645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914400" y="2366010"/>
            <a:ext cx="16459199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914400" y="411479"/>
            <a:ext cx="16459199" cy="1645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2" type="body"/>
          </p:nvPr>
        </p:nvSpPr>
        <p:spPr>
          <a:xfrm>
            <a:off x="9418319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/>
          <p:nvPr>
            <p:ph type="title"/>
          </p:nvPr>
        </p:nvSpPr>
        <p:spPr>
          <a:xfrm>
            <a:off x="914400" y="411479"/>
            <a:ext cx="16459199" cy="1645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914400" y="411479"/>
            <a:ext cx="16459199" cy="1645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914400" y="2366010"/>
            <a:ext cx="16459199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1" type="ftr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/>
          <p:nvPr/>
        </p:nvSpPr>
        <p:spPr>
          <a:xfrm>
            <a:off x="0" y="0"/>
            <a:ext cx="18286094" cy="102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2025-10-09T12:29:24Z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2025-10-09T00:00:00Z</vt:filetime>
  </property>
  <property fmtid="{D5CDD505-2E9C-101B-9397-08002B2CF9AE}" pid="3" name="LastSaved">
    <vt:filetime>2025-10-09T00:00:00Z</vt:filetime>
  </property>
</Properties>
</file>